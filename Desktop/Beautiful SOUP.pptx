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A11663-D598-4BD0-BA20-CD2A5BA73236}" type="doc">
      <dgm:prSet loTypeId="urn:microsoft.com/office/officeart/2005/8/layout/architecture" loCatId="list" qsTypeId="urn:microsoft.com/office/officeart/2005/8/quickstyle/3d4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C1884A93-C84A-4A82-BD55-393BADA30DD1}">
      <dgm:prSet phldrT="[Text]"/>
      <dgm:spPr/>
      <dgm:t>
        <a:bodyPr/>
        <a:lstStyle/>
        <a:p>
          <a:r>
            <a:rPr lang="en-IN" b="1" dirty="0"/>
            <a:t>MULTIPLE PARSER SUPPORT</a:t>
          </a:r>
        </a:p>
      </dgm:t>
    </dgm:pt>
    <dgm:pt modelId="{17868E2B-271F-48ED-B89B-33D99B41023A}" type="parTrans" cxnId="{BA39C73A-31BA-451C-848C-B9EF81D1FB5E}">
      <dgm:prSet/>
      <dgm:spPr/>
      <dgm:t>
        <a:bodyPr/>
        <a:lstStyle/>
        <a:p>
          <a:endParaRPr lang="en-IN"/>
        </a:p>
      </dgm:t>
    </dgm:pt>
    <dgm:pt modelId="{AD06FE7E-2C39-46BD-8BEA-3DE9B318A140}" type="sibTrans" cxnId="{BA39C73A-31BA-451C-848C-B9EF81D1FB5E}">
      <dgm:prSet/>
      <dgm:spPr/>
      <dgm:t>
        <a:bodyPr/>
        <a:lstStyle/>
        <a:p>
          <a:endParaRPr lang="en-IN"/>
        </a:p>
      </dgm:t>
    </dgm:pt>
    <dgm:pt modelId="{CEFC8B53-B115-4B50-A3AA-951C1AECCAED}">
      <dgm:prSet phldrT="[Text]"/>
      <dgm:spPr/>
      <dgm:t>
        <a:bodyPr/>
        <a:lstStyle/>
        <a:p>
          <a:r>
            <a:rPr lang="en-IN" b="1" dirty="0"/>
            <a:t>FLEXIBLE SEARCHING</a:t>
          </a:r>
        </a:p>
      </dgm:t>
    </dgm:pt>
    <dgm:pt modelId="{D228C3C2-6825-49DC-A525-14F5DF0CA848}" type="parTrans" cxnId="{597734FB-2C1C-4FFD-9BD0-26545AC272A1}">
      <dgm:prSet/>
      <dgm:spPr/>
      <dgm:t>
        <a:bodyPr/>
        <a:lstStyle/>
        <a:p>
          <a:endParaRPr lang="en-IN"/>
        </a:p>
      </dgm:t>
    </dgm:pt>
    <dgm:pt modelId="{3C9E188F-9535-40C5-9640-F5C24F5649FE}" type="sibTrans" cxnId="{597734FB-2C1C-4FFD-9BD0-26545AC272A1}">
      <dgm:prSet/>
      <dgm:spPr/>
      <dgm:t>
        <a:bodyPr/>
        <a:lstStyle/>
        <a:p>
          <a:endParaRPr lang="en-IN"/>
        </a:p>
      </dgm:t>
    </dgm:pt>
    <dgm:pt modelId="{82643856-9EA9-45D5-8FAE-69820062370A}">
      <dgm:prSet phldrT="[Text]"/>
      <dgm:spPr/>
      <dgm:t>
        <a:bodyPr/>
        <a:lstStyle/>
        <a:p>
          <a:r>
            <a:rPr lang="en-IN" dirty="0"/>
            <a:t>DOCUMENT </a:t>
          </a:r>
          <a:r>
            <a:rPr lang="en-IN" b="1" dirty="0"/>
            <a:t>NAVIGATION</a:t>
          </a:r>
        </a:p>
      </dgm:t>
    </dgm:pt>
    <dgm:pt modelId="{E72C99B7-5733-4897-A644-06011FE78E91}" type="parTrans" cxnId="{7D571510-E1BD-473B-854E-9C5916E0A63B}">
      <dgm:prSet/>
      <dgm:spPr/>
      <dgm:t>
        <a:bodyPr/>
        <a:lstStyle/>
        <a:p>
          <a:endParaRPr lang="en-IN"/>
        </a:p>
      </dgm:t>
    </dgm:pt>
    <dgm:pt modelId="{E379F6D1-E081-4093-96B5-1D6AC7D3B21E}" type="sibTrans" cxnId="{7D571510-E1BD-473B-854E-9C5916E0A63B}">
      <dgm:prSet/>
      <dgm:spPr/>
      <dgm:t>
        <a:bodyPr/>
        <a:lstStyle/>
        <a:p>
          <a:endParaRPr lang="en-IN"/>
        </a:p>
      </dgm:t>
    </dgm:pt>
    <dgm:pt modelId="{21D87505-FAA9-4A3D-8189-C1E698FB5A47}">
      <dgm:prSet phldrT="[Text]"/>
      <dgm:spPr/>
      <dgm:t>
        <a:bodyPr/>
        <a:lstStyle/>
        <a:p>
          <a:r>
            <a:rPr lang="en-IN" b="1" dirty="0"/>
            <a:t>CONTENT MODIFICATION</a:t>
          </a:r>
        </a:p>
      </dgm:t>
    </dgm:pt>
    <dgm:pt modelId="{62322301-FCE5-4FEE-BDFA-BA120DB56884}" type="parTrans" cxnId="{6D5567A2-D599-4C89-9847-8F8EAA9CBD04}">
      <dgm:prSet/>
      <dgm:spPr/>
      <dgm:t>
        <a:bodyPr/>
        <a:lstStyle/>
        <a:p>
          <a:endParaRPr lang="en-IN"/>
        </a:p>
      </dgm:t>
    </dgm:pt>
    <dgm:pt modelId="{9C98F689-D933-410C-9703-46E1B1CBB6BB}" type="sibTrans" cxnId="{6D5567A2-D599-4C89-9847-8F8EAA9CBD04}">
      <dgm:prSet/>
      <dgm:spPr/>
      <dgm:t>
        <a:bodyPr/>
        <a:lstStyle/>
        <a:p>
          <a:endParaRPr lang="en-IN"/>
        </a:p>
      </dgm:t>
    </dgm:pt>
    <dgm:pt modelId="{8EEE1808-A191-4099-AF41-92E105376C26}">
      <dgm:prSet phldrT="[Text]"/>
      <dgm:spPr/>
      <dgm:t>
        <a:bodyPr/>
        <a:lstStyle/>
        <a:p>
          <a:r>
            <a:rPr lang="en-IN" b="1" dirty="0"/>
            <a:t>DATA EXTRACTION</a:t>
          </a:r>
        </a:p>
      </dgm:t>
    </dgm:pt>
    <dgm:pt modelId="{49685ABE-74EC-4D37-96CC-2E6D55EAA849}" type="parTrans" cxnId="{509631C5-C249-42AC-93B3-DEAC069D24EA}">
      <dgm:prSet/>
      <dgm:spPr/>
      <dgm:t>
        <a:bodyPr/>
        <a:lstStyle/>
        <a:p>
          <a:endParaRPr lang="en-IN"/>
        </a:p>
      </dgm:t>
    </dgm:pt>
    <dgm:pt modelId="{961C32AC-FBC8-484C-954F-04109BCD6453}" type="sibTrans" cxnId="{509631C5-C249-42AC-93B3-DEAC069D24EA}">
      <dgm:prSet/>
      <dgm:spPr/>
      <dgm:t>
        <a:bodyPr/>
        <a:lstStyle/>
        <a:p>
          <a:endParaRPr lang="en-IN"/>
        </a:p>
      </dgm:t>
    </dgm:pt>
    <dgm:pt modelId="{4BC45955-AFCD-43F6-819C-EA32445A1348}">
      <dgm:prSet/>
      <dgm:spPr/>
      <dgm:t>
        <a:bodyPr/>
        <a:lstStyle/>
        <a:p>
          <a:r>
            <a:rPr lang="en-IN" b="1" dirty="0"/>
            <a:t>INTEGRATION</a:t>
          </a:r>
        </a:p>
      </dgm:t>
    </dgm:pt>
    <dgm:pt modelId="{1F942917-3DD1-4136-9BEF-F32E668DE03A}" type="parTrans" cxnId="{29DA81CB-746E-4074-8CD1-7F581C657001}">
      <dgm:prSet/>
      <dgm:spPr/>
      <dgm:t>
        <a:bodyPr/>
        <a:lstStyle/>
        <a:p>
          <a:endParaRPr lang="en-IN"/>
        </a:p>
      </dgm:t>
    </dgm:pt>
    <dgm:pt modelId="{4C585260-4170-45E8-812D-C155615E239D}" type="sibTrans" cxnId="{29DA81CB-746E-4074-8CD1-7F581C657001}">
      <dgm:prSet/>
      <dgm:spPr/>
      <dgm:t>
        <a:bodyPr/>
        <a:lstStyle/>
        <a:p>
          <a:endParaRPr lang="en-IN"/>
        </a:p>
      </dgm:t>
    </dgm:pt>
    <dgm:pt modelId="{C564AE65-2DB0-490D-974A-37F6136285DE}">
      <dgm:prSet/>
      <dgm:spPr/>
      <dgm:t>
        <a:bodyPr/>
        <a:lstStyle/>
        <a:p>
          <a:r>
            <a:rPr lang="en-IN" b="1" dirty="0"/>
            <a:t>HANDLE MESSY HTML</a:t>
          </a:r>
        </a:p>
      </dgm:t>
    </dgm:pt>
    <dgm:pt modelId="{9991769E-D909-42D4-960D-0E21C6E06A35}" type="parTrans" cxnId="{30AACAD1-B7B3-41B9-810E-EC52DE178ABD}">
      <dgm:prSet/>
      <dgm:spPr/>
      <dgm:t>
        <a:bodyPr/>
        <a:lstStyle/>
        <a:p>
          <a:endParaRPr lang="en-IN"/>
        </a:p>
      </dgm:t>
    </dgm:pt>
    <dgm:pt modelId="{B1BE64FF-9DB5-4EDE-B8F4-4BDB97EA2ECC}" type="sibTrans" cxnId="{30AACAD1-B7B3-41B9-810E-EC52DE178ABD}">
      <dgm:prSet/>
      <dgm:spPr/>
      <dgm:t>
        <a:bodyPr/>
        <a:lstStyle/>
        <a:p>
          <a:endParaRPr lang="en-IN"/>
        </a:p>
      </dgm:t>
    </dgm:pt>
    <dgm:pt modelId="{AC9A2EA8-0794-4EBA-ABD5-CDA9A427D671}">
      <dgm:prSet phldrT="[Text]"/>
      <dgm:spPr/>
      <dgm:t>
        <a:bodyPr/>
        <a:lstStyle/>
        <a:p>
          <a:r>
            <a:rPr lang="en-IN" b="1" dirty="0"/>
            <a:t>EASY HTML/XML PARSING</a:t>
          </a:r>
        </a:p>
      </dgm:t>
    </dgm:pt>
    <dgm:pt modelId="{DEC78735-4778-4A45-9F60-FC740B457EE8}" type="sibTrans" cxnId="{83A76BDD-16AA-4447-AEAA-CA326283BCDA}">
      <dgm:prSet/>
      <dgm:spPr/>
      <dgm:t>
        <a:bodyPr/>
        <a:lstStyle/>
        <a:p>
          <a:endParaRPr lang="en-IN"/>
        </a:p>
      </dgm:t>
    </dgm:pt>
    <dgm:pt modelId="{8B3F6EAB-F49F-4AFF-9062-472EBDBE51E5}" type="parTrans" cxnId="{83A76BDD-16AA-4447-AEAA-CA326283BCDA}">
      <dgm:prSet/>
      <dgm:spPr/>
      <dgm:t>
        <a:bodyPr/>
        <a:lstStyle/>
        <a:p>
          <a:endParaRPr lang="en-IN"/>
        </a:p>
      </dgm:t>
    </dgm:pt>
    <dgm:pt modelId="{82E70CB1-E3FD-413F-B325-1304192DC0B7}" type="pres">
      <dgm:prSet presAssocID="{D7A11663-D598-4BD0-BA20-CD2A5BA73236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469A44B-E7CC-4AC8-B4E7-24FC382021E8}" type="pres">
      <dgm:prSet presAssocID="{AC9A2EA8-0794-4EBA-ABD5-CDA9A427D671}" presName="vertOne" presStyleCnt="0"/>
      <dgm:spPr/>
    </dgm:pt>
    <dgm:pt modelId="{8F43935D-9648-46C9-AC00-4A35347D1117}" type="pres">
      <dgm:prSet presAssocID="{AC9A2EA8-0794-4EBA-ABD5-CDA9A427D671}" presName="txOne" presStyleLbl="node0" presStyleIdx="0" presStyleCnt="2">
        <dgm:presLayoutVars>
          <dgm:chPref val="3"/>
        </dgm:presLayoutVars>
      </dgm:prSet>
      <dgm:spPr/>
    </dgm:pt>
    <dgm:pt modelId="{378C6E57-C32A-4976-8A41-C38C55BC17E2}" type="pres">
      <dgm:prSet presAssocID="{AC9A2EA8-0794-4EBA-ABD5-CDA9A427D671}" presName="parTransOne" presStyleCnt="0"/>
      <dgm:spPr/>
    </dgm:pt>
    <dgm:pt modelId="{A37509AB-DE51-4EBC-88F7-CF7B6C6A8BEF}" type="pres">
      <dgm:prSet presAssocID="{AC9A2EA8-0794-4EBA-ABD5-CDA9A427D671}" presName="horzOne" presStyleCnt="0"/>
      <dgm:spPr/>
    </dgm:pt>
    <dgm:pt modelId="{7127B872-15C7-404B-8E9C-F8A261FDEDEF}" type="pres">
      <dgm:prSet presAssocID="{C1884A93-C84A-4A82-BD55-393BADA30DD1}" presName="vertTwo" presStyleCnt="0"/>
      <dgm:spPr/>
    </dgm:pt>
    <dgm:pt modelId="{559B97A5-E06A-4A08-971E-8B5268CA869C}" type="pres">
      <dgm:prSet presAssocID="{C1884A93-C84A-4A82-BD55-393BADA30DD1}" presName="txTwo" presStyleLbl="node2" presStyleIdx="0" presStyleCnt="6">
        <dgm:presLayoutVars>
          <dgm:chPref val="3"/>
        </dgm:presLayoutVars>
      </dgm:prSet>
      <dgm:spPr/>
    </dgm:pt>
    <dgm:pt modelId="{79B0B038-118B-4B97-9DCC-90590277FCEF}" type="pres">
      <dgm:prSet presAssocID="{C1884A93-C84A-4A82-BD55-393BADA30DD1}" presName="horzTwo" presStyleCnt="0"/>
      <dgm:spPr/>
    </dgm:pt>
    <dgm:pt modelId="{436FB918-875E-4535-9B28-A43391E53C59}" type="pres">
      <dgm:prSet presAssocID="{AD06FE7E-2C39-46BD-8BEA-3DE9B318A140}" presName="sibSpaceTwo" presStyleCnt="0"/>
      <dgm:spPr/>
    </dgm:pt>
    <dgm:pt modelId="{55B9C5F1-0589-4B01-A190-F634361F7E83}" type="pres">
      <dgm:prSet presAssocID="{CEFC8B53-B115-4B50-A3AA-951C1AECCAED}" presName="vertTwo" presStyleCnt="0"/>
      <dgm:spPr/>
    </dgm:pt>
    <dgm:pt modelId="{5445F600-6C58-45B6-BCA9-AA596D7A9557}" type="pres">
      <dgm:prSet presAssocID="{CEFC8B53-B115-4B50-A3AA-951C1AECCAED}" presName="txTwo" presStyleLbl="node2" presStyleIdx="1" presStyleCnt="6">
        <dgm:presLayoutVars>
          <dgm:chPref val="3"/>
        </dgm:presLayoutVars>
      </dgm:prSet>
      <dgm:spPr/>
    </dgm:pt>
    <dgm:pt modelId="{281D90E7-DB98-447A-8691-9E8D40EFB121}" type="pres">
      <dgm:prSet presAssocID="{CEFC8B53-B115-4B50-A3AA-951C1AECCAED}" presName="horzTwo" presStyleCnt="0"/>
      <dgm:spPr/>
    </dgm:pt>
    <dgm:pt modelId="{998EFB45-2D0D-4E01-9359-118915BE9034}" type="pres">
      <dgm:prSet presAssocID="{3C9E188F-9535-40C5-9640-F5C24F5649FE}" presName="sibSpaceTwo" presStyleCnt="0"/>
      <dgm:spPr/>
    </dgm:pt>
    <dgm:pt modelId="{91289A30-66B4-466D-BE98-46C14313D54F}" type="pres">
      <dgm:prSet presAssocID="{4BC45955-AFCD-43F6-819C-EA32445A1348}" presName="vertTwo" presStyleCnt="0"/>
      <dgm:spPr/>
    </dgm:pt>
    <dgm:pt modelId="{00260EA4-4F82-4F92-87C6-F5D22CBE76D3}" type="pres">
      <dgm:prSet presAssocID="{4BC45955-AFCD-43F6-819C-EA32445A1348}" presName="txTwo" presStyleLbl="node2" presStyleIdx="2" presStyleCnt="6">
        <dgm:presLayoutVars>
          <dgm:chPref val="3"/>
        </dgm:presLayoutVars>
      </dgm:prSet>
      <dgm:spPr/>
    </dgm:pt>
    <dgm:pt modelId="{0AB2657F-8731-499F-8134-89A28CA62AC0}" type="pres">
      <dgm:prSet presAssocID="{4BC45955-AFCD-43F6-819C-EA32445A1348}" presName="horzTwo" presStyleCnt="0"/>
      <dgm:spPr/>
    </dgm:pt>
    <dgm:pt modelId="{5E295F69-7BEA-42ED-B7D1-30F0952E8D6C}" type="pres">
      <dgm:prSet presAssocID="{DEC78735-4778-4A45-9F60-FC740B457EE8}" presName="sibSpaceOne" presStyleCnt="0"/>
      <dgm:spPr/>
    </dgm:pt>
    <dgm:pt modelId="{AA97985F-9697-42D0-9B88-99D11CE16922}" type="pres">
      <dgm:prSet presAssocID="{82643856-9EA9-45D5-8FAE-69820062370A}" presName="vertOne" presStyleCnt="0"/>
      <dgm:spPr/>
    </dgm:pt>
    <dgm:pt modelId="{4C04AEBF-2E81-468B-AA70-B9B07567D539}" type="pres">
      <dgm:prSet presAssocID="{82643856-9EA9-45D5-8FAE-69820062370A}" presName="txOne" presStyleLbl="node0" presStyleIdx="1" presStyleCnt="2">
        <dgm:presLayoutVars>
          <dgm:chPref val="3"/>
        </dgm:presLayoutVars>
      </dgm:prSet>
      <dgm:spPr/>
    </dgm:pt>
    <dgm:pt modelId="{425FE0E3-031C-4EF6-A309-E0BC28C2CB24}" type="pres">
      <dgm:prSet presAssocID="{82643856-9EA9-45D5-8FAE-69820062370A}" presName="parTransOne" presStyleCnt="0"/>
      <dgm:spPr/>
    </dgm:pt>
    <dgm:pt modelId="{3F8A8E45-ADBD-4140-ACF5-817F5BBC441C}" type="pres">
      <dgm:prSet presAssocID="{82643856-9EA9-45D5-8FAE-69820062370A}" presName="horzOne" presStyleCnt="0"/>
      <dgm:spPr/>
    </dgm:pt>
    <dgm:pt modelId="{1713BE44-2EB5-44DE-AD50-63303C3F7368}" type="pres">
      <dgm:prSet presAssocID="{21D87505-FAA9-4A3D-8189-C1E698FB5A47}" presName="vertTwo" presStyleCnt="0"/>
      <dgm:spPr/>
    </dgm:pt>
    <dgm:pt modelId="{EDF00B1B-B2BE-4ACC-B96E-FE2341D3D880}" type="pres">
      <dgm:prSet presAssocID="{21D87505-FAA9-4A3D-8189-C1E698FB5A47}" presName="txTwo" presStyleLbl="node2" presStyleIdx="3" presStyleCnt="6">
        <dgm:presLayoutVars>
          <dgm:chPref val="3"/>
        </dgm:presLayoutVars>
      </dgm:prSet>
      <dgm:spPr/>
    </dgm:pt>
    <dgm:pt modelId="{5EA979A3-D8B1-4EEA-9B9E-94D15B7BF180}" type="pres">
      <dgm:prSet presAssocID="{21D87505-FAA9-4A3D-8189-C1E698FB5A47}" presName="horzTwo" presStyleCnt="0"/>
      <dgm:spPr/>
    </dgm:pt>
    <dgm:pt modelId="{3E136F29-C653-4E95-94DA-E091697A8665}" type="pres">
      <dgm:prSet presAssocID="{9C98F689-D933-410C-9703-46E1B1CBB6BB}" presName="sibSpaceTwo" presStyleCnt="0"/>
      <dgm:spPr/>
    </dgm:pt>
    <dgm:pt modelId="{A2ED1BC9-100E-4722-B872-A23F3517D640}" type="pres">
      <dgm:prSet presAssocID="{8EEE1808-A191-4099-AF41-92E105376C26}" presName="vertTwo" presStyleCnt="0"/>
      <dgm:spPr/>
    </dgm:pt>
    <dgm:pt modelId="{CD72B5C7-EF98-4862-86A5-0379C361B259}" type="pres">
      <dgm:prSet presAssocID="{8EEE1808-A191-4099-AF41-92E105376C26}" presName="txTwo" presStyleLbl="node2" presStyleIdx="4" presStyleCnt="6">
        <dgm:presLayoutVars>
          <dgm:chPref val="3"/>
        </dgm:presLayoutVars>
      </dgm:prSet>
      <dgm:spPr/>
    </dgm:pt>
    <dgm:pt modelId="{CDE9FF99-5BBC-4F1E-AE06-85F0AFFDEEB6}" type="pres">
      <dgm:prSet presAssocID="{8EEE1808-A191-4099-AF41-92E105376C26}" presName="horzTwo" presStyleCnt="0"/>
      <dgm:spPr/>
    </dgm:pt>
    <dgm:pt modelId="{2055887A-357B-41E2-9231-A421DB806F67}" type="pres">
      <dgm:prSet presAssocID="{961C32AC-FBC8-484C-954F-04109BCD6453}" presName="sibSpaceTwo" presStyleCnt="0"/>
      <dgm:spPr/>
    </dgm:pt>
    <dgm:pt modelId="{6A5B0D9C-2E2B-4B24-A592-47A27E562F2E}" type="pres">
      <dgm:prSet presAssocID="{C564AE65-2DB0-490D-974A-37F6136285DE}" presName="vertTwo" presStyleCnt="0"/>
      <dgm:spPr/>
    </dgm:pt>
    <dgm:pt modelId="{40243BED-6D38-4964-9B0C-180A9DD90841}" type="pres">
      <dgm:prSet presAssocID="{C564AE65-2DB0-490D-974A-37F6136285DE}" presName="txTwo" presStyleLbl="node2" presStyleIdx="5" presStyleCnt="6">
        <dgm:presLayoutVars>
          <dgm:chPref val="3"/>
        </dgm:presLayoutVars>
      </dgm:prSet>
      <dgm:spPr/>
    </dgm:pt>
    <dgm:pt modelId="{086E4125-B4CA-4965-AE04-8AC5A30711A8}" type="pres">
      <dgm:prSet presAssocID="{C564AE65-2DB0-490D-974A-37F6136285DE}" presName="horzTwo" presStyleCnt="0"/>
      <dgm:spPr/>
    </dgm:pt>
  </dgm:ptLst>
  <dgm:cxnLst>
    <dgm:cxn modelId="{0A8CB403-0539-49B4-B757-6C67A0265FA3}" type="presOf" srcId="{D7A11663-D598-4BD0-BA20-CD2A5BA73236}" destId="{82E70CB1-E3FD-413F-B325-1304192DC0B7}" srcOrd="0" destOrd="0" presId="urn:microsoft.com/office/officeart/2005/8/layout/architecture"/>
    <dgm:cxn modelId="{E36C890B-F1F9-48BD-AFCB-0F99CA9B32E6}" type="presOf" srcId="{C564AE65-2DB0-490D-974A-37F6136285DE}" destId="{40243BED-6D38-4964-9B0C-180A9DD90841}" srcOrd="0" destOrd="0" presId="urn:microsoft.com/office/officeart/2005/8/layout/architecture"/>
    <dgm:cxn modelId="{7D571510-E1BD-473B-854E-9C5916E0A63B}" srcId="{D7A11663-D598-4BD0-BA20-CD2A5BA73236}" destId="{82643856-9EA9-45D5-8FAE-69820062370A}" srcOrd="1" destOrd="0" parTransId="{E72C99B7-5733-4897-A644-06011FE78E91}" sibTransId="{E379F6D1-E081-4093-96B5-1D6AC7D3B21E}"/>
    <dgm:cxn modelId="{C1A1A61A-8344-4DB6-910E-CED79D3077EE}" type="presOf" srcId="{C1884A93-C84A-4A82-BD55-393BADA30DD1}" destId="{559B97A5-E06A-4A08-971E-8B5268CA869C}" srcOrd="0" destOrd="0" presId="urn:microsoft.com/office/officeart/2005/8/layout/architecture"/>
    <dgm:cxn modelId="{26C25D1C-55E3-4356-B8B8-59725FE3C626}" type="presOf" srcId="{82643856-9EA9-45D5-8FAE-69820062370A}" destId="{4C04AEBF-2E81-468B-AA70-B9B07567D539}" srcOrd="0" destOrd="0" presId="urn:microsoft.com/office/officeart/2005/8/layout/architecture"/>
    <dgm:cxn modelId="{BA39C73A-31BA-451C-848C-B9EF81D1FB5E}" srcId="{AC9A2EA8-0794-4EBA-ABD5-CDA9A427D671}" destId="{C1884A93-C84A-4A82-BD55-393BADA30DD1}" srcOrd="0" destOrd="0" parTransId="{17868E2B-271F-48ED-B89B-33D99B41023A}" sibTransId="{AD06FE7E-2C39-46BD-8BEA-3DE9B318A140}"/>
    <dgm:cxn modelId="{2E401178-FC78-4D1B-BF1A-06987D49A4FC}" type="presOf" srcId="{8EEE1808-A191-4099-AF41-92E105376C26}" destId="{CD72B5C7-EF98-4862-86A5-0379C361B259}" srcOrd="0" destOrd="0" presId="urn:microsoft.com/office/officeart/2005/8/layout/architecture"/>
    <dgm:cxn modelId="{E4B0027B-2190-4D50-83E5-00DEE5BB7E73}" type="presOf" srcId="{21D87505-FAA9-4A3D-8189-C1E698FB5A47}" destId="{EDF00B1B-B2BE-4ACC-B96E-FE2341D3D880}" srcOrd="0" destOrd="0" presId="urn:microsoft.com/office/officeart/2005/8/layout/architecture"/>
    <dgm:cxn modelId="{3D2E2C83-C502-417B-91C2-E47A765E4183}" type="presOf" srcId="{4BC45955-AFCD-43F6-819C-EA32445A1348}" destId="{00260EA4-4F82-4F92-87C6-F5D22CBE76D3}" srcOrd="0" destOrd="0" presId="urn:microsoft.com/office/officeart/2005/8/layout/architecture"/>
    <dgm:cxn modelId="{6D5567A2-D599-4C89-9847-8F8EAA9CBD04}" srcId="{82643856-9EA9-45D5-8FAE-69820062370A}" destId="{21D87505-FAA9-4A3D-8189-C1E698FB5A47}" srcOrd="0" destOrd="0" parTransId="{62322301-FCE5-4FEE-BDFA-BA120DB56884}" sibTransId="{9C98F689-D933-410C-9703-46E1B1CBB6BB}"/>
    <dgm:cxn modelId="{509631C5-C249-42AC-93B3-DEAC069D24EA}" srcId="{82643856-9EA9-45D5-8FAE-69820062370A}" destId="{8EEE1808-A191-4099-AF41-92E105376C26}" srcOrd="1" destOrd="0" parTransId="{49685ABE-74EC-4D37-96CC-2E6D55EAA849}" sibTransId="{961C32AC-FBC8-484C-954F-04109BCD6453}"/>
    <dgm:cxn modelId="{29DA81CB-746E-4074-8CD1-7F581C657001}" srcId="{AC9A2EA8-0794-4EBA-ABD5-CDA9A427D671}" destId="{4BC45955-AFCD-43F6-819C-EA32445A1348}" srcOrd="2" destOrd="0" parTransId="{1F942917-3DD1-4136-9BEF-F32E668DE03A}" sibTransId="{4C585260-4170-45E8-812D-C155615E239D}"/>
    <dgm:cxn modelId="{30AACAD1-B7B3-41B9-810E-EC52DE178ABD}" srcId="{82643856-9EA9-45D5-8FAE-69820062370A}" destId="{C564AE65-2DB0-490D-974A-37F6136285DE}" srcOrd="2" destOrd="0" parTransId="{9991769E-D909-42D4-960D-0E21C6E06A35}" sibTransId="{B1BE64FF-9DB5-4EDE-B8F4-4BDB97EA2ECC}"/>
    <dgm:cxn modelId="{CF3CE9DA-D0D1-40D1-B8AE-4503F2FB3B39}" type="presOf" srcId="{CEFC8B53-B115-4B50-A3AA-951C1AECCAED}" destId="{5445F600-6C58-45B6-BCA9-AA596D7A9557}" srcOrd="0" destOrd="0" presId="urn:microsoft.com/office/officeart/2005/8/layout/architecture"/>
    <dgm:cxn modelId="{D4B1D6DB-ED82-44B5-B075-B4DAEB2A2160}" type="presOf" srcId="{AC9A2EA8-0794-4EBA-ABD5-CDA9A427D671}" destId="{8F43935D-9648-46C9-AC00-4A35347D1117}" srcOrd="0" destOrd="0" presId="urn:microsoft.com/office/officeart/2005/8/layout/architecture"/>
    <dgm:cxn modelId="{83A76BDD-16AA-4447-AEAA-CA326283BCDA}" srcId="{D7A11663-D598-4BD0-BA20-CD2A5BA73236}" destId="{AC9A2EA8-0794-4EBA-ABD5-CDA9A427D671}" srcOrd="0" destOrd="0" parTransId="{8B3F6EAB-F49F-4AFF-9062-472EBDBE51E5}" sibTransId="{DEC78735-4778-4A45-9F60-FC740B457EE8}"/>
    <dgm:cxn modelId="{597734FB-2C1C-4FFD-9BD0-26545AC272A1}" srcId="{AC9A2EA8-0794-4EBA-ABD5-CDA9A427D671}" destId="{CEFC8B53-B115-4B50-A3AA-951C1AECCAED}" srcOrd="1" destOrd="0" parTransId="{D228C3C2-6825-49DC-A525-14F5DF0CA848}" sibTransId="{3C9E188F-9535-40C5-9640-F5C24F5649FE}"/>
    <dgm:cxn modelId="{DC6A05E0-3E50-4DD7-9332-6BCBB10D8ACB}" type="presParOf" srcId="{82E70CB1-E3FD-413F-B325-1304192DC0B7}" destId="{F469A44B-E7CC-4AC8-B4E7-24FC382021E8}" srcOrd="0" destOrd="0" presId="urn:microsoft.com/office/officeart/2005/8/layout/architecture"/>
    <dgm:cxn modelId="{F72F6899-7A51-4066-9FF6-3FC623636AC4}" type="presParOf" srcId="{F469A44B-E7CC-4AC8-B4E7-24FC382021E8}" destId="{8F43935D-9648-46C9-AC00-4A35347D1117}" srcOrd="0" destOrd="0" presId="urn:microsoft.com/office/officeart/2005/8/layout/architecture"/>
    <dgm:cxn modelId="{DA1E6F49-9079-4225-A74C-CC5C36E4097B}" type="presParOf" srcId="{F469A44B-E7CC-4AC8-B4E7-24FC382021E8}" destId="{378C6E57-C32A-4976-8A41-C38C55BC17E2}" srcOrd="1" destOrd="0" presId="urn:microsoft.com/office/officeart/2005/8/layout/architecture"/>
    <dgm:cxn modelId="{A536A423-1851-4956-8988-79E1DD0B104C}" type="presParOf" srcId="{F469A44B-E7CC-4AC8-B4E7-24FC382021E8}" destId="{A37509AB-DE51-4EBC-88F7-CF7B6C6A8BEF}" srcOrd="2" destOrd="0" presId="urn:microsoft.com/office/officeart/2005/8/layout/architecture"/>
    <dgm:cxn modelId="{D7500AD3-3ED7-453C-851E-15A1E7C4FD2F}" type="presParOf" srcId="{A37509AB-DE51-4EBC-88F7-CF7B6C6A8BEF}" destId="{7127B872-15C7-404B-8E9C-F8A261FDEDEF}" srcOrd="0" destOrd="0" presId="urn:microsoft.com/office/officeart/2005/8/layout/architecture"/>
    <dgm:cxn modelId="{9AB437D6-39A5-4C13-BD7C-5607D571C6E6}" type="presParOf" srcId="{7127B872-15C7-404B-8E9C-F8A261FDEDEF}" destId="{559B97A5-E06A-4A08-971E-8B5268CA869C}" srcOrd="0" destOrd="0" presId="urn:microsoft.com/office/officeart/2005/8/layout/architecture"/>
    <dgm:cxn modelId="{4C4759CB-9B51-4607-A02C-3DC81EA8A829}" type="presParOf" srcId="{7127B872-15C7-404B-8E9C-F8A261FDEDEF}" destId="{79B0B038-118B-4B97-9DCC-90590277FCEF}" srcOrd="1" destOrd="0" presId="urn:microsoft.com/office/officeart/2005/8/layout/architecture"/>
    <dgm:cxn modelId="{9C26A02C-8597-4FEB-A7E3-31CAF569843C}" type="presParOf" srcId="{A37509AB-DE51-4EBC-88F7-CF7B6C6A8BEF}" destId="{436FB918-875E-4535-9B28-A43391E53C59}" srcOrd="1" destOrd="0" presId="urn:microsoft.com/office/officeart/2005/8/layout/architecture"/>
    <dgm:cxn modelId="{2E3B48E5-D29B-4D1E-9BF9-DC6A2688A281}" type="presParOf" srcId="{A37509AB-DE51-4EBC-88F7-CF7B6C6A8BEF}" destId="{55B9C5F1-0589-4B01-A190-F634361F7E83}" srcOrd="2" destOrd="0" presId="urn:microsoft.com/office/officeart/2005/8/layout/architecture"/>
    <dgm:cxn modelId="{B312C5A8-1E4B-43EE-8AAC-31D5493CA4F1}" type="presParOf" srcId="{55B9C5F1-0589-4B01-A190-F634361F7E83}" destId="{5445F600-6C58-45B6-BCA9-AA596D7A9557}" srcOrd="0" destOrd="0" presId="urn:microsoft.com/office/officeart/2005/8/layout/architecture"/>
    <dgm:cxn modelId="{1E4C884B-8151-491D-8B10-F5D1ACC8F88A}" type="presParOf" srcId="{55B9C5F1-0589-4B01-A190-F634361F7E83}" destId="{281D90E7-DB98-447A-8691-9E8D40EFB121}" srcOrd="1" destOrd="0" presId="urn:microsoft.com/office/officeart/2005/8/layout/architecture"/>
    <dgm:cxn modelId="{4E5B7FEE-0C63-45EB-88B2-6E8480815345}" type="presParOf" srcId="{A37509AB-DE51-4EBC-88F7-CF7B6C6A8BEF}" destId="{998EFB45-2D0D-4E01-9359-118915BE9034}" srcOrd="3" destOrd="0" presId="urn:microsoft.com/office/officeart/2005/8/layout/architecture"/>
    <dgm:cxn modelId="{D91650E6-D98F-4F1B-B73B-80F6190E2F6D}" type="presParOf" srcId="{A37509AB-DE51-4EBC-88F7-CF7B6C6A8BEF}" destId="{91289A30-66B4-466D-BE98-46C14313D54F}" srcOrd="4" destOrd="0" presId="urn:microsoft.com/office/officeart/2005/8/layout/architecture"/>
    <dgm:cxn modelId="{E5120350-623C-414E-A4B3-BD4854378485}" type="presParOf" srcId="{91289A30-66B4-466D-BE98-46C14313D54F}" destId="{00260EA4-4F82-4F92-87C6-F5D22CBE76D3}" srcOrd="0" destOrd="0" presId="urn:microsoft.com/office/officeart/2005/8/layout/architecture"/>
    <dgm:cxn modelId="{60CFC22F-3564-4294-B934-3C93E8BA076B}" type="presParOf" srcId="{91289A30-66B4-466D-BE98-46C14313D54F}" destId="{0AB2657F-8731-499F-8134-89A28CA62AC0}" srcOrd="1" destOrd="0" presId="urn:microsoft.com/office/officeart/2005/8/layout/architecture"/>
    <dgm:cxn modelId="{5954170A-2E78-467A-AB56-A01587E605D1}" type="presParOf" srcId="{82E70CB1-E3FD-413F-B325-1304192DC0B7}" destId="{5E295F69-7BEA-42ED-B7D1-30F0952E8D6C}" srcOrd="1" destOrd="0" presId="urn:microsoft.com/office/officeart/2005/8/layout/architecture"/>
    <dgm:cxn modelId="{F2E94AA2-CEF9-40FD-8372-7A6D2CA3AFED}" type="presParOf" srcId="{82E70CB1-E3FD-413F-B325-1304192DC0B7}" destId="{AA97985F-9697-42D0-9B88-99D11CE16922}" srcOrd="2" destOrd="0" presId="urn:microsoft.com/office/officeart/2005/8/layout/architecture"/>
    <dgm:cxn modelId="{EE0FE91B-1C10-4227-98E2-63D57DBDB682}" type="presParOf" srcId="{AA97985F-9697-42D0-9B88-99D11CE16922}" destId="{4C04AEBF-2E81-468B-AA70-B9B07567D539}" srcOrd="0" destOrd="0" presId="urn:microsoft.com/office/officeart/2005/8/layout/architecture"/>
    <dgm:cxn modelId="{3F2EC9F4-AD93-4441-8181-908457F0EC8D}" type="presParOf" srcId="{AA97985F-9697-42D0-9B88-99D11CE16922}" destId="{425FE0E3-031C-4EF6-A309-E0BC28C2CB24}" srcOrd="1" destOrd="0" presId="urn:microsoft.com/office/officeart/2005/8/layout/architecture"/>
    <dgm:cxn modelId="{A6AE03AA-295C-4C69-A9A9-8B8E8C3EFC85}" type="presParOf" srcId="{AA97985F-9697-42D0-9B88-99D11CE16922}" destId="{3F8A8E45-ADBD-4140-ACF5-817F5BBC441C}" srcOrd="2" destOrd="0" presId="urn:microsoft.com/office/officeart/2005/8/layout/architecture"/>
    <dgm:cxn modelId="{CA4D0C0A-2FA9-480D-9E64-D3BC67132170}" type="presParOf" srcId="{3F8A8E45-ADBD-4140-ACF5-817F5BBC441C}" destId="{1713BE44-2EB5-44DE-AD50-63303C3F7368}" srcOrd="0" destOrd="0" presId="urn:microsoft.com/office/officeart/2005/8/layout/architecture"/>
    <dgm:cxn modelId="{1BF87A99-3013-4DA7-A8A3-BFABCDA1F90C}" type="presParOf" srcId="{1713BE44-2EB5-44DE-AD50-63303C3F7368}" destId="{EDF00B1B-B2BE-4ACC-B96E-FE2341D3D880}" srcOrd="0" destOrd="0" presId="urn:microsoft.com/office/officeart/2005/8/layout/architecture"/>
    <dgm:cxn modelId="{9DA32960-78A3-43A9-913A-A31B29460BEA}" type="presParOf" srcId="{1713BE44-2EB5-44DE-AD50-63303C3F7368}" destId="{5EA979A3-D8B1-4EEA-9B9E-94D15B7BF180}" srcOrd="1" destOrd="0" presId="urn:microsoft.com/office/officeart/2005/8/layout/architecture"/>
    <dgm:cxn modelId="{5DF24374-EA6A-4D00-9B50-C024BF6D96F1}" type="presParOf" srcId="{3F8A8E45-ADBD-4140-ACF5-817F5BBC441C}" destId="{3E136F29-C653-4E95-94DA-E091697A8665}" srcOrd="1" destOrd="0" presId="urn:microsoft.com/office/officeart/2005/8/layout/architecture"/>
    <dgm:cxn modelId="{0FC010B3-0732-4F19-89EF-A74FA79B52CE}" type="presParOf" srcId="{3F8A8E45-ADBD-4140-ACF5-817F5BBC441C}" destId="{A2ED1BC9-100E-4722-B872-A23F3517D640}" srcOrd="2" destOrd="0" presId="urn:microsoft.com/office/officeart/2005/8/layout/architecture"/>
    <dgm:cxn modelId="{F68F7278-CF60-46A0-8AD6-BDF2C29A4652}" type="presParOf" srcId="{A2ED1BC9-100E-4722-B872-A23F3517D640}" destId="{CD72B5C7-EF98-4862-86A5-0379C361B259}" srcOrd="0" destOrd="0" presId="urn:microsoft.com/office/officeart/2005/8/layout/architecture"/>
    <dgm:cxn modelId="{F1E369A0-7531-4A03-A4AF-2CB0D2C5097B}" type="presParOf" srcId="{A2ED1BC9-100E-4722-B872-A23F3517D640}" destId="{CDE9FF99-5BBC-4F1E-AE06-85F0AFFDEEB6}" srcOrd="1" destOrd="0" presId="urn:microsoft.com/office/officeart/2005/8/layout/architecture"/>
    <dgm:cxn modelId="{DE3B7EF2-B61D-4178-9815-7AB79DECB5EF}" type="presParOf" srcId="{3F8A8E45-ADBD-4140-ACF5-817F5BBC441C}" destId="{2055887A-357B-41E2-9231-A421DB806F67}" srcOrd="3" destOrd="0" presId="urn:microsoft.com/office/officeart/2005/8/layout/architecture"/>
    <dgm:cxn modelId="{F4B71F95-ABAA-4870-BFB1-EB323A3349B4}" type="presParOf" srcId="{3F8A8E45-ADBD-4140-ACF5-817F5BBC441C}" destId="{6A5B0D9C-2E2B-4B24-A592-47A27E562F2E}" srcOrd="4" destOrd="0" presId="urn:microsoft.com/office/officeart/2005/8/layout/architecture"/>
    <dgm:cxn modelId="{65872957-2B27-4AC2-9C4E-B3F319FCCC2E}" type="presParOf" srcId="{6A5B0D9C-2E2B-4B24-A592-47A27E562F2E}" destId="{40243BED-6D38-4964-9B0C-180A9DD90841}" srcOrd="0" destOrd="0" presId="urn:microsoft.com/office/officeart/2005/8/layout/architecture"/>
    <dgm:cxn modelId="{69EC43D1-C596-4D6F-9793-6CBC9F3C71F4}" type="presParOf" srcId="{6A5B0D9C-2E2B-4B24-A592-47A27E562F2E}" destId="{086E4125-B4CA-4965-AE04-8AC5A30711A8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3935D-9648-46C9-AC00-4A35347D1117}">
      <dsp:nvSpPr>
        <dsp:cNvPr id="0" name=""/>
        <dsp:cNvSpPr/>
      </dsp:nvSpPr>
      <dsp:spPr>
        <a:xfrm>
          <a:off x="4945" y="2818458"/>
          <a:ext cx="3954208" cy="25982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600" b="1" kern="1200" dirty="0"/>
            <a:t>EASY HTML/XML PARSING</a:t>
          </a:r>
        </a:p>
      </dsp:txBody>
      <dsp:txXfrm>
        <a:off x="81044" y="2894557"/>
        <a:ext cx="3802010" cy="2446010"/>
      </dsp:txXfrm>
    </dsp:sp>
    <dsp:sp modelId="{559B97A5-E06A-4A08-971E-8B5268CA869C}">
      <dsp:nvSpPr>
        <dsp:cNvPr id="0" name=""/>
        <dsp:cNvSpPr/>
      </dsp:nvSpPr>
      <dsp:spPr>
        <a:xfrm>
          <a:off x="4945" y="2000"/>
          <a:ext cx="1248171" cy="25982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MULTIPLE PARSER SUPPORT</a:t>
          </a:r>
        </a:p>
      </dsp:txBody>
      <dsp:txXfrm>
        <a:off x="41503" y="38558"/>
        <a:ext cx="1175055" cy="2525092"/>
      </dsp:txXfrm>
    </dsp:sp>
    <dsp:sp modelId="{5445F600-6C58-45B6-BCA9-AA596D7A9557}">
      <dsp:nvSpPr>
        <dsp:cNvPr id="0" name=""/>
        <dsp:cNvSpPr/>
      </dsp:nvSpPr>
      <dsp:spPr>
        <a:xfrm>
          <a:off x="1357963" y="2000"/>
          <a:ext cx="1248171" cy="25982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FLEXIBLE SEARCHING</a:t>
          </a:r>
        </a:p>
      </dsp:txBody>
      <dsp:txXfrm>
        <a:off x="1394521" y="38558"/>
        <a:ext cx="1175055" cy="2525092"/>
      </dsp:txXfrm>
    </dsp:sp>
    <dsp:sp modelId="{00260EA4-4F82-4F92-87C6-F5D22CBE76D3}">
      <dsp:nvSpPr>
        <dsp:cNvPr id="0" name=""/>
        <dsp:cNvSpPr/>
      </dsp:nvSpPr>
      <dsp:spPr>
        <a:xfrm>
          <a:off x="2710981" y="2000"/>
          <a:ext cx="1248171" cy="25982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INTEGRATION</a:t>
          </a:r>
        </a:p>
      </dsp:txBody>
      <dsp:txXfrm>
        <a:off x="2747539" y="38558"/>
        <a:ext cx="1175055" cy="2525092"/>
      </dsp:txXfrm>
    </dsp:sp>
    <dsp:sp modelId="{4C04AEBF-2E81-468B-AA70-B9B07567D539}">
      <dsp:nvSpPr>
        <dsp:cNvPr id="0" name=""/>
        <dsp:cNvSpPr/>
      </dsp:nvSpPr>
      <dsp:spPr>
        <a:xfrm>
          <a:off x="4168846" y="2818458"/>
          <a:ext cx="3954208" cy="25982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600" kern="1200" dirty="0"/>
            <a:t>DOCUMENT </a:t>
          </a:r>
          <a:r>
            <a:rPr lang="en-IN" sz="4600" b="1" kern="1200" dirty="0"/>
            <a:t>NAVIGATION</a:t>
          </a:r>
        </a:p>
      </dsp:txBody>
      <dsp:txXfrm>
        <a:off x="4244945" y="2894557"/>
        <a:ext cx="3802010" cy="2446010"/>
      </dsp:txXfrm>
    </dsp:sp>
    <dsp:sp modelId="{EDF00B1B-B2BE-4ACC-B96E-FE2341D3D880}">
      <dsp:nvSpPr>
        <dsp:cNvPr id="0" name=""/>
        <dsp:cNvSpPr/>
      </dsp:nvSpPr>
      <dsp:spPr>
        <a:xfrm>
          <a:off x="4168846" y="2000"/>
          <a:ext cx="1248171" cy="25982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CONTENT MODIFICATION</a:t>
          </a:r>
        </a:p>
      </dsp:txBody>
      <dsp:txXfrm>
        <a:off x="4205404" y="38558"/>
        <a:ext cx="1175055" cy="2525092"/>
      </dsp:txXfrm>
    </dsp:sp>
    <dsp:sp modelId="{CD72B5C7-EF98-4862-86A5-0379C361B259}">
      <dsp:nvSpPr>
        <dsp:cNvPr id="0" name=""/>
        <dsp:cNvSpPr/>
      </dsp:nvSpPr>
      <dsp:spPr>
        <a:xfrm>
          <a:off x="5521864" y="2000"/>
          <a:ext cx="1248171" cy="25982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DATA EXTRACTION</a:t>
          </a:r>
        </a:p>
      </dsp:txBody>
      <dsp:txXfrm>
        <a:off x="5558422" y="38558"/>
        <a:ext cx="1175055" cy="2525092"/>
      </dsp:txXfrm>
    </dsp:sp>
    <dsp:sp modelId="{40243BED-6D38-4964-9B0C-180A9DD90841}">
      <dsp:nvSpPr>
        <dsp:cNvPr id="0" name=""/>
        <dsp:cNvSpPr/>
      </dsp:nvSpPr>
      <dsp:spPr>
        <a:xfrm>
          <a:off x="6874883" y="2000"/>
          <a:ext cx="1248171" cy="25982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HANDLE MESSY HTML</a:t>
          </a:r>
        </a:p>
      </dsp:txBody>
      <dsp:txXfrm>
        <a:off x="6911441" y="38558"/>
        <a:ext cx="1175055" cy="25250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AC1F4-1069-4750-88D0-CF50FCFEF7BE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28E0E-B8ED-416D-BB72-C1B05CD5A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794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8112-6B03-45BA-9656-AD06BE00846C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924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5F254-28AC-4E85-B4D8-A4B46ED8C3F3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836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76C93-3061-4371-AD88-97A26DDB5A09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459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02F1-630C-4A67-BAC2-2192325BEFF0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395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3E40-811D-46E5-9F05-55F487FB5CF0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4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A3BA-F367-43D2-88E6-F9B77E920BF4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703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5ADD-1FF7-4BA8-9903-182CE0EDF093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149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A2824-3F18-4212-B66A-ED38A6CCD31A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327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A848-86B4-4588-AC1C-F3E2A8733A24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674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A34E-B2C7-4565-8C53-B3959C180EFD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94258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A34E-B2C7-4565-8C53-B3959C180EFD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87050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A34E-B2C7-4565-8C53-B3959C180EFD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449466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A34E-B2C7-4565-8C53-B3959C180EFD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08376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A34E-B2C7-4565-8C53-B3959C180EFD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33762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A34E-B2C7-4565-8C53-B3959C180EFD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24569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C729F-E61E-46CA-99C6-BBA5AE426617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04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89D-259E-4A59-9EEF-81C5AFDD7047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88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3CDA34E-B2C7-4565-8C53-B3959C180EFD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4402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FAD69-748E-F2AC-A314-D812EB574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4206" y="442452"/>
            <a:ext cx="6400800" cy="1258529"/>
          </a:xfrm>
        </p:spPr>
        <p:txBody>
          <a:bodyPr>
            <a:normAutofit/>
          </a:bodyPr>
          <a:lstStyle/>
          <a:p>
            <a:r>
              <a:rPr lang="en-IN" sz="8000" b="1" dirty="0"/>
              <a:t>Beautiful SOUP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B4E013-C273-A888-C509-3D0210009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68464" y="4975123"/>
            <a:ext cx="2654709" cy="1746352"/>
          </a:xfrm>
        </p:spPr>
        <p:txBody>
          <a:bodyPr>
            <a:noAutofit/>
          </a:bodyPr>
          <a:lstStyle/>
          <a:p>
            <a:r>
              <a:rPr lang="en-IN" sz="2000" b="1" dirty="0">
                <a:solidFill>
                  <a:schemeClr val="tx1"/>
                </a:solidFill>
              </a:rPr>
              <a:t>MAYA CHAUDHARY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THAKKAR DHRUVI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A66F1-93BF-A365-4C0B-59C68726A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CB1DEB-6444-202A-590D-B63018DD4792}"/>
              </a:ext>
            </a:extLst>
          </p:cNvPr>
          <p:cNvSpPr txBox="1"/>
          <p:nvPr/>
        </p:nvSpPr>
        <p:spPr>
          <a:xfrm>
            <a:off x="9556955" y="1"/>
            <a:ext cx="2762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55575ED-EEC1-222E-CCC2-D89206E6E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665" y="1627657"/>
            <a:ext cx="12142837" cy="52303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5773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4147">
        <p14:flip dir="r"/>
      </p:transition>
    </mc:Choice>
    <mc:Fallback xmlns="">
      <p:transition spd="slow" advTm="414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0E3F4-D909-F6FE-416B-A66095ED7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4373"/>
            <a:ext cx="4798142" cy="1293028"/>
          </a:xfrm>
        </p:spPr>
        <p:txBody>
          <a:bodyPr>
            <a:normAutofit/>
          </a:bodyPr>
          <a:lstStyle/>
          <a:p>
            <a:r>
              <a:rPr lang="en-IN" b="1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AF39F-C28C-40EB-FD9C-738FDA152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21408"/>
            <a:ext cx="11128248" cy="40507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1) WHAT IS BEAUTIFUL SOUP</a:t>
            </a:r>
          </a:p>
          <a:p>
            <a:pPr marL="0" indent="0">
              <a:buNone/>
            </a:pPr>
            <a:r>
              <a:rPr lang="en-IN" b="1" dirty="0"/>
              <a:t>2)  Installation</a:t>
            </a:r>
          </a:p>
          <a:p>
            <a:pPr marL="0" indent="0">
              <a:buNone/>
            </a:pPr>
            <a:r>
              <a:rPr lang="en-IN" b="1" dirty="0"/>
              <a:t>3) BASIC WORKFLOW</a:t>
            </a:r>
          </a:p>
          <a:p>
            <a:pPr marL="0" indent="0">
              <a:buNone/>
            </a:pPr>
            <a:r>
              <a:rPr lang="en-IN" b="1" dirty="0"/>
              <a:t>4) FEATURES</a:t>
            </a:r>
          </a:p>
          <a:p>
            <a:pPr marL="0" indent="0">
              <a:buNone/>
            </a:pPr>
            <a:r>
              <a:rPr lang="en-IN" b="1" dirty="0"/>
              <a:t>5) EXAMPLE</a:t>
            </a:r>
          </a:p>
          <a:p>
            <a:pPr marL="0" indent="0">
              <a:buNone/>
            </a:pPr>
            <a:r>
              <a:rPr lang="en-IN" b="1" dirty="0"/>
              <a:t>6) APPLICATIONS</a:t>
            </a:r>
          </a:p>
          <a:p>
            <a:pPr marL="0" indent="0">
              <a:buNone/>
            </a:pPr>
            <a:r>
              <a:rPr lang="en-IN" b="1" dirty="0"/>
              <a:t>7) ADVANTAGES</a:t>
            </a:r>
          </a:p>
          <a:p>
            <a:pPr marL="0" indent="0">
              <a:buNone/>
            </a:pPr>
            <a:r>
              <a:rPr lang="en-IN" b="1" dirty="0"/>
              <a:t>8) DISADVANTAGES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CA5DC-A5DB-AEE4-8F01-F0CDADDA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48AC8E1-F778-BAA6-7982-EFBE9903E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981" y="-130152"/>
            <a:ext cx="7225019" cy="73568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0597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91271-F379-1F4F-60AA-0E37F0C14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BEAUTIFUL SOUP?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C586442-3042-A28A-2355-B8E3CCE91E7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2114" b="22114"/>
          <a:stretch>
            <a:fillRect/>
          </a:stretch>
        </p:blipFill>
        <p:spPr>
          <a:xfrm>
            <a:off x="9832" y="294969"/>
            <a:ext cx="12192000" cy="40721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E55375-D582-E565-7A2E-83EAA00E7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b="1" dirty="0"/>
              <a:t>Beautiful Soup is a Python library used for web scraping and parsing HTML and XML documents. It simplifies the process of extracting information from complex web pages, making it a popular tool for developers who need to access and manipulate data from websites.</a:t>
            </a:r>
            <a:endParaRPr lang="en-IN" sz="1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5A0DC-19F6-0312-540E-6828C15DE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29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4FA7F-8852-34E5-E88E-9BD9F793A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-1111045"/>
            <a:ext cx="3932237" cy="2192593"/>
          </a:xfrm>
        </p:spPr>
        <p:txBody>
          <a:bodyPr/>
          <a:lstStyle/>
          <a:p>
            <a:r>
              <a:rPr lang="en-IN" dirty="0"/>
              <a:t>INSTALLATION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9CBB4A7-8D2A-04DA-BD4F-699296BBF55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0520" b="10520"/>
          <a:stretch>
            <a:fillRect/>
          </a:stretch>
        </p:blipFill>
        <p:spPr>
          <a:xfrm>
            <a:off x="5311008" y="566737"/>
            <a:ext cx="7008812" cy="57245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94BD8-B8F3-32FD-7B69-2A4B54B68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8219" y="1231490"/>
            <a:ext cx="3652025" cy="3812458"/>
          </a:xfrm>
        </p:spPr>
        <p:txBody>
          <a:bodyPr>
            <a:normAutofit/>
          </a:bodyPr>
          <a:lstStyle/>
          <a:p>
            <a:pPr>
              <a:lnSpc>
                <a:spcPts val="3750"/>
              </a:lnSpc>
              <a:buNone/>
            </a:pPr>
            <a:r>
              <a:rPr lang="en-US" sz="2000" b="1" i="0" dirty="0">
                <a:solidFill>
                  <a:srgbClr val="FFFFFF"/>
                </a:solidFill>
                <a:effectLst/>
                <a:latin typeface="YAFdJsjyMsM 0"/>
              </a:rPr>
              <a:t>----Install Beautiful Soup--------</a:t>
            </a:r>
            <a:endParaRPr lang="en-US" sz="2000" b="1" dirty="0">
              <a:solidFill>
                <a:srgbClr val="FFFFFF"/>
              </a:solidFill>
              <a:effectLst/>
              <a:latin typeface="YAFdJsjyMsM 0"/>
            </a:endParaRPr>
          </a:p>
          <a:p>
            <a:pPr>
              <a:lnSpc>
                <a:spcPts val="3750"/>
              </a:lnSpc>
              <a:buNone/>
            </a:pPr>
            <a:r>
              <a:rPr lang="en-US" sz="2000" b="1" i="0" dirty="0">
                <a:solidFill>
                  <a:srgbClr val="FFFFFF"/>
                </a:solidFill>
                <a:effectLst/>
                <a:latin typeface="YAFdJsjyMsM 0"/>
              </a:rPr>
              <a:t>pip install beautifulsoup4</a:t>
            </a:r>
            <a:endParaRPr lang="en-US" sz="2000" b="1" dirty="0">
              <a:solidFill>
                <a:srgbClr val="FFFFFF"/>
              </a:solidFill>
              <a:effectLst/>
              <a:latin typeface="YAFdJsjyMsM 0"/>
            </a:endParaRPr>
          </a:p>
          <a:p>
            <a:pPr>
              <a:lnSpc>
                <a:spcPts val="3750"/>
              </a:lnSpc>
              <a:buNone/>
            </a:pPr>
            <a:r>
              <a:rPr lang="en-US" sz="2000" b="1" i="0" dirty="0">
                <a:solidFill>
                  <a:srgbClr val="FFFFFF"/>
                </a:solidFill>
                <a:effectLst/>
                <a:latin typeface="YAFdJsjyMsM 0"/>
              </a:rPr>
              <a:t>-----Verify Installation-------------</a:t>
            </a:r>
            <a:endParaRPr lang="en-US" sz="2000" b="1" dirty="0">
              <a:solidFill>
                <a:srgbClr val="FFFFFF"/>
              </a:solidFill>
              <a:effectLst/>
              <a:latin typeface="YAFdJsjyMsM 0"/>
            </a:endParaRPr>
          </a:p>
          <a:p>
            <a:pPr>
              <a:lnSpc>
                <a:spcPts val="3750"/>
              </a:lnSpc>
              <a:buNone/>
            </a:pPr>
            <a:r>
              <a:rPr lang="en-US" sz="2000" b="1" i="0" dirty="0">
                <a:solidFill>
                  <a:srgbClr val="FFFFFF"/>
                </a:solidFill>
                <a:effectLst/>
                <a:latin typeface="YAFdJsjyMsM 0"/>
              </a:rPr>
              <a:t>from bs4 import </a:t>
            </a:r>
            <a:r>
              <a:rPr lang="en-US" sz="2000" b="1" i="0" dirty="0" err="1">
                <a:solidFill>
                  <a:srgbClr val="FFFFFF"/>
                </a:solidFill>
                <a:effectLst/>
                <a:latin typeface="YAFdJsjyMsM 0"/>
              </a:rPr>
              <a:t>BeautifulSoup</a:t>
            </a:r>
            <a:endParaRPr lang="en-US" sz="2000" b="1" dirty="0">
              <a:solidFill>
                <a:srgbClr val="FFFFFF"/>
              </a:solidFill>
              <a:effectLst/>
              <a:latin typeface="YAFdJsjyMsM 0"/>
            </a:endParaRPr>
          </a:p>
          <a:p>
            <a:pPr>
              <a:lnSpc>
                <a:spcPts val="3750"/>
              </a:lnSpc>
            </a:pPr>
            <a:r>
              <a:rPr lang="en-US" sz="2000" b="1" i="0" dirty="0">
                <a:solidFill>
                  <a:srgbClr val="FFFFFF"/>
                </a:solidFill>
                <a:effectLst/>
                <a:latin typeface="YAFdJsjyMsM 0"/>
              </a:rPr>
              <a:t>print("Beautiful Soup is installed successfully!")</a:t>
            </a:r>
          </a:p>
          <a:p>
            <a:pPr>
              <a:lnSpc>
                <a:spcPts val="3750"/>
              </a:lnSpc>
            </a:pPr>
            <a:endParaRPr lang="en-US" sz="2000" b="1" i="0" dirty="0">
              <a:solidFill>
                <a:srgbClr val="FFFFFF"/>
              </a:solidFill>
              <a:effectLst/>
              <a:latin typeface="YAFdJsjyMsM 0"/>
            </a:endParaRPr>
          </a:p>
          <a:p>
            <a:pPr>
              <a:lnSpc>
                <a:spcPts val="3750"/>
              </a:lnSpc>
            </a:pPr>
            <a:endParaRPr lang="en-US" sz="2000" b="1" dirty="0">
              <a:solidFill>
                <a:srgbClr val="FFFFFF"/>
              </a:solidFill>
              <a:effectLst/>
              <a:latin typeface="YAFdJsjyMsM 0"/>
            </a:endParaRPr>
          </a:p>
          <a:p>
            <a:endParaRPr lang="en-IN" sz="20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283086-4FD6-9C89-CAA7-5797D275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642648-6F17-650D-23E6-863D5C705152}"/>
              </a:ext>
            </a:extLst>
          </p:cNvPr>
          <p:cNvSpPr txBox="1"/>
          <p:nvPr/>
        </p:nvSpPr>
        <p:spPr>
          <a:xfrm>
            <a:off x="638218" y="4916129"/>
            <a:ext cx="3864955" cy="1028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900"/>
              </a:lnSpc>
              <a:buNone/>
            </a:pPr>
            <a:r>
              <a:rPr lang="en-IN" b="1" i="0" dirty="0">
                <a:solidFill>
                  <a:srgbClr val="FFFFFF"/>
                </a:solidFill>
                <a:effectLst/>
                <a:latin typeface="YAFdJsjyMsM 0"/>
              </a:rPr>
              <a:t>------Install a Parser---------------</a:t>
            </a:r>
          </a:p>
          <a:p>
            <a:pPr>
              <a:lnSpc>
                <a:spcPts val="3900"/>
              </a:lnSpc>
            </a:pPr>
            <a:r>
              <a:rPr lang="en-IN" b="1" i="0" dirty="0">
                <a:solidFill>
                  <a:srgbClr val="FFFFFF"/>
                </a:solidFill>
                <a:effectLst/>
                <a:latin typeface="YAFdJsjyMsM 0"/>
              </a:rPr>
              <a:t>pip install </a:t>
            </a:r>
            <a:r>
              <a:rPr lang="en-IN" b="1" i="0" dirty="0" err="1">
                <a:solidFill>
                  <a:srgbClr val="FFFFFF"/>
                </a:solidFill>
                <a:effectLst/>
                <a:latin typeface="YAFdJsjyMsM 0"/>
              </a:rPr>
              <a:t>lxml</a:t>
            </a:r>
            <a:r>
              <a:rPr lang="en-IN" b="1" i="0" dirty="0">
                <a:solidFill>
                  <a:srgbClr val="FFFFFF"/>
                </a:solidFill>
                <a:effectLst/>
                <a:latin typeface="YAFdJsjyMsM 0"/>
              </a:rPr>
              <a:t> html5lib</a:t>
            </a:r>
            <a:endParaRPr lang="en-IN" b="1" dirty="0">
              <a:solidFill>
                <a:srgbClr val="FFFFFF"/>
              </a:solidFill>
              <a:effectLst/>
              <a:latin typeface="YAFdJsjyMsM 0"/>
            </a:endParaRPr>
          </a:p>
        </p:txBody>
      </p:sp>
    </p:spTree>
    <p:extLst>
      <p:ext uri="{BB962C8B-B14F-4D97-AF65-F5344CB8AC3E}">
        <p14:creationId xmlns:p14="http://schemas.microsoft.com/office/powerpoint/2010/main" val="3257890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144CC-BCB2-B1A0-94EB-2FFAA405F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BASIC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62ADE-2E9A-1FC9-C687-6889AAC46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316" y="1885950"/>
            <a:ext cx="2927350" cy="576262"/>
          </a:xfrm>
        </p:spPr>
        <p:txBody>
          <a:bodyPr/>
          <a:lstStyle/>
          <a:p>
            <a:r>
              <a:rPr lang="en-IN" sz="2000" b="1" dirty="0"/>
              <a:t>1)Fetch Webpage Content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EB4E9-FC90-3BE0-F6C5-9A9304A2AB42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8826" y="2571750"/>
            <a:ext cx="3126658" cy="3589338"/>
          </a:xfrm>
        </p:spPr>
        <p:txBody>
          <a:bodyPr>
            <a:normAutofit/>
          </a:bodyPr>
          <a:lstStyle/>
          <a:p>
            <a:r>
              <a:rPr lang="en-IN" sz="2400" b="1" dirty="0"/>
              <a:t>import </a:t>
            </a:r>
            <a:r>
              <a:rPr lang="en-IN" sz="2400" b="1" dirty="0" err="1"/>
              <a:t>requestsurl</a:t>
            </a:r>
            <a:r>
              <a:rPr lang="en-IN" sz="2400" b="1" dirty="0"/>
              <a:t> = "http://example.com"response = </a:t>
            </a:r>
            <a:r>
              <a:rPr lang="en-IN" sz="2400" b="1" dirty="0" err="1"/>
              <a:t>requests.get</a:t>
            </a:r>
            <a:r>
              <a:rPr lang="en-IN" sz="2400" b="1" dirty="0"/>
              <a:t>(</a:t>
            </a:r>
            <a:r>
              <a:rPr lang="en-IN" sz="2400" b="1" dirty="0" err="1"/>
              <a:t>url</a:t>
            </a:r>
            <a:r>
              <a:rPr lang="en-IN" sz="2400" b="1" dirty="0"/>
              <a:t>)</a:t>
            </a:r>
            <a:r>
              <a:rPr lang="en-IN" sz="2400" b="1" dirty="0" err="1"/>
              <a:t>html_content</a:t>
            </a:r>
            <a:r>
              <a:rPr lang="en-IN" sz="2400" b="1" dirty="0"/>
              <a:t> = </a:t>
            </a:r>
            <a:r>
              <a:rPr lang="en-IN" sz="2400" b="1" dirty="0" err="1"/>
              <a:t>response.text</a:t>
            </a:r>
            <a:endParaRPr lang="en-IN" sz="2400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DD5FD-2B5A-3B26-B0CB-C33046EC4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84666" y="2143432"/>
            <a:ext cx="3011333" cy="318780"/>
          </a:xfrm>
        </p:spPr>
        <p:txBody>
          <a:bodyPr/>
          <a:lstStyle/>
          <a:p>
            <a:r>
              <a:rPr lang="en-IN" sz="2000" b="1" dirty="0"/>
              <a:t>2)PARSE HTML CONTENT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A549BE-1B21-B33C-6FDA-DDE14BE40E45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195485" y="2571750"/>
            <a:ext cx="3011334" cy="3589338"/>
          </a:xfrm>
        </p:spPr>
        <p:txBody>
          <a:bodyPr>
            <a:normAutofit/>
          </a:bodyPr>
          <a:lstStyle/>
          <a:p>
            <a:r>
              <a:rPr lang="en-IN" sz="2400" b="1" dirty="0"/>
              <a:t>from bs4 import </a:t>
            </a:r>
            <a:r>
              <a:rPr lang="en-IN" sz="2400" b="1" dirty="0" err="1"/>
              <a:t>BeautifulSoupsoup</a:t>
            </a:r>
            <a:r>
              <a:rPr lang="en-IN" sz="2400" b="1" dirty="0"/>
              <a:t> = </a:t>
            </a:r>
            <a:r>
              <a:rPr lang="en-IN" sz="2400" b="1" dirty="0" err="1"/>
              <a:t>BeautifulSoup</a:t>
            </a:r>
            <a:r>
              <a:rPr lang="en-IN" sz="2400" b="1" dirty="0"/>
              <a:t>(</a:t>
            </a:r>
            <a:r>
              <a:rPr lang="en-IN" sz="2400" b="1" dirty="0" err="1"/>
              <a:t>html_content</a:t>
            </a:r>
            <a:r>
              <a:rPr lang="en-IN" sz="2400" b="1" dirty="0"/>
              <a:t>, "</a:t>
            </a:r>
            <a:r>
              <a:rPr lang="en-IN" sz="2400" b="1" dirty="0" err="1"/>
              <a:t>html.parser</a:t>
            </a:r>
            <a:r>
              <a:rPr lang="en-IN" sz="2400" b="1" dirty="0"/>
              <a:t>")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7961A5-4FAC-20DB-96B3-EBA757FFF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12017" y="2005780"/>
            <a:ext cx="2463389" cy="456431"/>
          </a:xfrm>
        </p:spPr>
        <p:txBody>
          <a:bodyPr/>
          <a:lstStyle/>
          <a:p>
            <a:r>
              <a:rPr lang="en-IN" dirty="0"/>
              <a:t>3)</a:t>
            </a:r>
            <a:r>
              <a:rPr lang="en-IN" sz="1800" b="1" dirty="0"/>
              <a:t>EXTRACT</a:t>
            </a:r>
          </a:p>
          <a:p>
            <a:r>
              <a:rPr lang="en-IN" sz="1800" b="1" dirty="0"/>
              <a:t> DATA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27345A-22A1-C347-BE2E-30870F8E8437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6095999" y="2571750"/>
            <a:ext cx="2143433" cy="3589338"/>
          </a:xfrm>
        </p:spPr>
        <p:txBody>
          <a:bodyPr/>
          <a:lstStyle/>
          <a:p>
            <a:r>
              <a:rPr lang="en-US" sz="2800" b="1" dirty="0"/>
              <a:t>title</a:t>
            </a:r>
            <a:r>
              <a:rPr lang="en-US" b="1" dirty="0"/>
              <a:t> = </a:t>
            </a:r>
            <a:r>
              <a:rPr lang="en-US" sz="1800" b="1" dirty="0" err="1"/>
              <a:t>soup.find</a:t>
            </a:r>
            <a:r>
              <a:rPr lang="en-US" sz="1800" b="1" dirty="0"/>
              <a:t>("title").string</a:t>
            </a:r>
          </a:p>
          <a:p>
            <a:endParaRPr lang="en-US" sz="1800" b="1" dirty="0"/>
          </a:p>
          <a:p>
            <a:r>
              <a:rPr lang="en-US" sz="1800" b="1" dirty="0"/>
              <a:t>links = </a:t>
            </a:r>
            <a:r>
              <a:rPr lang="en-US" sz="1800" b="1" dirty="0" err="1"/>
              <a:t>soup.find_all</a:t>
            </a:r>
            <a:r>
              <a:rPr lang="en-US" sz="1800" b="1" dirty="0"/>
              <a:t>("a")</a:t>
            </a:r>
            <a:endParaRPr lang="en-IN" sz="1800" b="1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FA5EB-A832-E6A7-FBB0-51730680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BAC681-58D2-A658-FB0F-850105E433C8}"/>
              </a:ext>
            </a:extLst>
          </p:cNvPr>
          <p:cNvSpPr txBox="1"/>
          <p:nvPr/>
        </p:nvSpPr>
        <p:spPr>
          <a:xfrm>
            <a:off x="8170606" y="1746679"/>
            <a:ext cx="25957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rPr>
              <a:t>4)</a:t>
            </a:r>
            <a:r>
              <a:rPr lang="en-IN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rPr>
              <a:t> MANIPULATE</a:t>
            </a:r>
            <a:endParaRPr lang="en-IN" dirty="0"/>
          </a:p>
          <a:p>
            <a:r>
              <a:rPr lang="en-IN" sz="200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rPr>
              <a:t>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412773-0CE7-3BA0-7A82-F571F38F95F2}"/>
              </a:ext>
            </a:extLst>
          </p:cNvPr>
          <p:cNvSpPr txBox="1"/>
          <p:nvPr/>
        </p:nvSpPr>
        <p:spPr>
          <a:xfrm>
            <a:off x="8170606" y="2571749"/>
            <a:ext cx="28415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 link in links:    print(link['</a:t>
            </a:r>
            <a:r>
              <a:rPr lang="en-US" b="1" dirty="0" err="1"/>
              <a:t>href</a:t>
            </a:r>
            <a:r>
              <a:rPr lang="en-US" b="1" dirty="0"/>
              <a:t>'])  # Prints the </a:t>
            </a:r>
            <a:r>
              <a:rPr lang="en-US" b="1" dirty="0" err="1"/>
              <a:t>href</a:t>
            </a:r>
            <a:r>
              <a:rPr lang="en-US" b="1" dirty="0"/>
              <a:t> attribute of links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3386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E77B5-AA83-2853-7553-CA4E79C06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-973394" y="2156183"/>
            <a:ext cx="766917" cy="2511835"/>
          </a:xfrm>
        </p:spPr>
        <p:txBody>
          <a:bodyPr>
            <a:normAutofit/>
          </a:bodyPr>
          <a:lstStyle/>
          <a:p>
            <a:endParaRPr lang="en-IN" sz="2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656FC-9E85-DC64-4520-8570C00EF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988" y="1"/>
            <a:ext cx="3362632" cy="993058"/>
          </a:xfrm>
        </p:spPr>
        <p:txBody>
          <a:bodyPr>
            <a:normAutofit/>
          </a:bodyPr>
          <a:lstStyle/>
          <a:p>
            <a:r>
              <a:rPr lang="en-IN" sz="4000" b="1" dirty="0"/>
              <a:t>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8B1D8-8732-06F0-9EA9-8035A72FA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3E24CE8-5C38-7C6C-2472-4E677B45DD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265803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593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62FC-D74E-B95A-C42E-2DB9AC198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4" y="365125"/>
            <a:ext cx="11029335" cy="844243"/>
          </a:xfrm>
        </p:spPr>
        <p:txBody>
          <a:bodyPr>
            <a:normAutofit/>
          </a:bodyPr>
          <a:lstStyle/>
          <a:p>
            <a:r>
              <a:rPr lang="en-IN" sz="4400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4F6E7F-F3D3-F80E-B327-0F6C0AF43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47552-598C-0DDD-C61A-FFCE8866066D}"/>
              </a:ext>
            </a:extLst>
          </p:cNvPr>
          <p:cNvSpPr txBox="1"/>
          <p:nvPr/>
        </p:nvSpPr>
        <p:spPr>
          <a:xfrm>
            <a:off x="245806" y="1209368"/>
            <a:ext cx="10717162" cy="5502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</a:rPr>
              <a:t>from bs4 import 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BeautifulSoup</a:t>
            </a:r>
            <a:endParaRPr lang="en-US" b="1" dirty="0"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</a:rPr>
              <a:t>import requests</a:t>
            </a:r>
          </a:p>
          <a:p>
            <a:pPr>
              <a:lnSpc>
                <a:spcPts val="1425"/>
              </a:lnSpc>
              <a:buNone/>
            </a:pPr>
            <a:br>
              <a:rPr lang="en-US" b="1" dirty="0">
                <a:effectLst/>
                <a:latin typeface="Courier New" panose="02070309020205020404" pitchFamily="49" charset="0"/>
              </a:rPr>
            </a:br>
            <a:r>
              <a:rPr lang="en-US" b="1" dirty="0">
                <a:effectLst/>
                <a:latin typeface="Courier New" panose="02070309020205020404" pitchFamily="49" charset="0"/>
              </a:rPr>
              <a:t># URL of the webpage to scrape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 err="1">
                <a:effectLst/>
                <a:latin typeface="Courier New" panose="02070309020205020404" pitchFamily="49" charset="0"/>
              </a:rPr>
              <a:t>url</a:t>
            </a:r>
            <a:r>
              <a:rPr lang="en-US" b="1" dirty="0">
                <a:effectLst/>
                <a:latin typeface="Courier New" panose="02070309020205020404" pitchFamily="49" charset="0"/>
              </a:rPr>
              <a:t> = "https://en.wikipedia.org/wiki/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List_of_countries_by_population</a:t>
            </a:r>
            <a:r>
              <a:rPr lang="en-US" b="1" dirty="0">
                <a:effectLst/>
                <a:latin typeface="Courier New" panose="02070309020205020404" pitchFamily="49" charset="0"/>
              </a:rPr>
              <a:t>_(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United_Nations</a:t>
            </a:r>
            <a:r>
              <a:rPr lang="en-US" b="1" dirty="0">
                <a:effectLst/>
                <a:latin typeface="Courier New" panose="02070309020205020404" pitchFamily="49" charset="0"/>
              </a:rPr>
              <a:t>)"# this 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url</a:t>
            </a:r>
            <a:r>
              <a:rPr lang="en-US" b="1" dirty="0">
                <a:effectLst/>
                <a:latin typeface="Courier New" panose="02070309020205020404" pitchFamily="49" charset="0"/>
              </a:rPr>
              <a:t> say that what type data we extract from which 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url</a:t>
            </a:r>
            <a:r>
              <a:rPr lang="en-US" b="1" dirty="0">
                <a:effectLst/>
                <a:latin typeface="Courier New" panose="02070309020205020404" pitchFamily="49" charset="0"/>
              </a:rPr>
              <a:t>/website</a:t>
            </a:r>
          </a:p>
          <a:p>
            <a:pPr>
              <a:lnSpc>
                <a:spcPts val="1425"/>
              </a:lnSpc>
              <a:buNone/>
            </a:pPr>
            <a:br>
              <a:rPr lang="en-US" b="1" dirty="0">
                <a:effectLst/>
                <a:latin typeface="Courier New" panose="02070309020205020404" pitchFamily="49" charset="0"/>
              </a:rPr>
            </a:br>
            <a:r>
              <a:rPr lang="en-US" b="1" dirty="0">
                <a:effectLst/>
                <a:latin typeface="Courier New" panose="02070309020205020404" pitchFamily="49" charset="0"/>
              </a:rPr>
              <a:t># Fetching the content of the webpage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</a:rPr>
              <a:t>response = 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requests.get</a:t>
            </a:r>
            <a:r>
              <a:rPr lang="en-US" b="1" dirty="0">
                <a:effectLst/>
                <a:latin typeface="Courier New" panose="02070309020205020404" pitchFamily="49" charset="0"/>
              </a:rPr>
              <a:t>(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url</a:t>
            </a:r>
            <a:r>
              <a:rPr lang="en-US" b="1" dirty="0">
                <a:effectLst/>
                <a:latin typeface="Courier New" panose="02070309020205020404" pitchFamily="49" charset="0"/>
              </a:rPr>
              <a:t>)# this function send that a request TO website 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retreive</a:t>
            </a:r>
            <a:r>
              <a:rPr lang="en-US" b="1" dirty="0">
                <a:effectLst/>
                <a:latin typeface="Courier New" panose="02070309020205020404" pitchFamily="49" charset="0"/>
              </a:rPr>
              <a:t> take the data from the given website which we mentioned store in the response variable</a:t>
            </a:r>
          </a:p>
          <a:p>
            <a:pPr>
              <a:lnSpc>
                <a:spcPts val="1425"/>
              </a:lnSpc>
              <a:buNone/>
            </a:pPr>
            <a:br>
              <a:rPr lang="en-US" b="1" dirty="0">
                <a:effectLst/>
                <a:latin typeface="Courier New" panose="02070309020205020404" pitchFamily="49" charset="0"/>
              </a:rPr>
            </a:br>
            <a:r>
              <a:rPr lang="en-US" b="1" dirty="0">
                <a:effectLst/>
                <a:latin typeface="Courier New" panose="02070309020205020404" pitchFamily="49" charset="0"/>
              </a:rPr>
              <a:t># Parsing the HTML content using Beautiful Soup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</a:rPr>
              <a:t>soup = 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BeautifulSoup</a:t>
            </a:r>
            <a:r>
              <a:rPr lang="en-US" b="1" dirty="0">
                <a:effectLst/>
                <a:latin typeface="Courier New" panose="02070309020205020404" pitchFamily="49" charset="0"/>
              </a:rPr>
              <a:t>(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response.content</a:t>
            </a:r>
            <a:r>
              <a:rPr lang="en-US" b="1" dirty="0">
                <a:effectLst/>
                <a:latin typeface="Courier New" panose="02070309020205020404" pitchFamily="49" charset="0"/>
              </a:rPr>
              <a:t>, "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html.parser</a:t>
            </a:r>
            <a:r>
              <a:rPr lang="en-US" b="1" dirty="0">
                <a:effectLst/>
                <a:latin typeface="Courier New" panose="02070309020205020404" pitchFamily="49" charset="0"/>
              </a:rPr>
              <a:t>")#It takes html content from 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resoonse</a:t>
            </a:r>
            <a:r>
              <a:rPr lang="en-US" b="1" dirty="0">
                <a:effectLst/>
                <a:latin typeface="Courier New" panose="02070309020205020404" pitchFamily="49" charset="0"/>
              </a:rPr>
              <a:t> variable use html parser to give it structure</a:t>
            </a:r>
          </a:p>
          <a:p>
            <a:pPr>
              <a:lnSpc>
                <a:spcPts val="1425"/>
              </a:lnSpc>
              <a:buNone/>
            </a:pPr>
            <a:br>
              <a:rPr lang="en-US" b="1" dirty="0">
                <a:effectLst/>
                <a:latin typeface="Courier New" panose="02070309020205020404" pitchFamily="49" charset="0"/>
              </a:rPr>
            </a:br>
            <a:r>
              <a:rPr lang="en-US" b="1" dirty="0">
                <a:effectLst/>
                <a:latin typeface="Courier New" panose="02070309020205020404" pitchFamily="49" charset="0"/>
              </a:rPr>
              <a:t># Finding the first table on the webpage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</a:rPr>
              <a:t>table = 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soup.find</a:t>
            </a:r>
            <a:r>
              <a:rPr lang="en-US" b="1" dirty="0">
                <a:effectLst/>
                <a:latin typeface="Courier New" panose="02070309020205020404" pitchFamily="49" charset="0"/>
              </a:rPr>
              <a:t>("table", {"class": "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wikitable</a:t>
            </a:r>
            <a:r>
              <a:rPr lang="en-US" b="1" dirty="0">
                <a:effectLst/>
                <a:latin typeface="Courier New" panose="02070309020205020404" pitchFamily="49" charset="0"/>
              </a:rPr>
              <a:t>"})#This line uses the find method to locate the first HTML table element on the page that has the class attribute "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wikitable</a:t>
            </a:r>
            <a:r>
              <a:rPr lang="en-US" b="1" dirty="0">
                <a:effectLst/>
                <a:latin typeface="Courier New" panose="02070309020205020404" pitchFamily="49" charset="0"/>
              </a:rPr>
              <a:t>". The result (the table element) is stored in the table variable.</a:t>
            </a:r>
          </a:p>
          <a:p>
            <a:pPr>
              <a:lnSpc>
                <a:spcPts val="1425"/>
              </a:lnSpc>
              <a:buNone/>
            </a:pPr>
            <a:br>
              <a:rPr lang="en-US" b="1" dirty="0">
                <a:effectLst/>
                <a:latin typeface="Courier New" panose="02070309020205020404" pitchFamily="49" charset="0"/>
              </a:rPr>
            </a:br>
            <a:r>
              <a:rPr lang="en-US" b="1" dirty="0">
                <a:effectLst/>
                <a:latin typeface="Courier New" panose="02070309020205020404" pitchFamily="49" charset="0"/>
              </a:rPr>
              <a:t># Extracting rows and cells from the table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</a:rPr>
              <a:t>rows = 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table.find_all</a:t>
            </a:r>
            <a:r>
              <a:rPr lang="en-US" b="1" dirty="0">
                <a:effectLst/>
                <a:latin typeface="Courier New" panose="02070309020205020404" pitchFamily="49" charset="0"/>
              </a:rPr>
              <a:t>("tr")# this find all the data of table in row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</a:rPr>
              <a:t>for row in rows: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</a:rPr>
              <a:t>    cells = 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row.find_all</a:t>
            </a:r>
            <a:r>
              <a:rPr lang="en-US" b="1" dirty="0">
                <a:effectLst/>
                <a:latin typeface="Courier New" panose="02070309020205020404" pitchFamily="49" charset="0"/>
              </a:rPr>
              <a:t>("td")  # Finds all table data cells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</a:rPr>
              <a:t>    data = [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cell.text.strip</a:t>
            </a:r>
            <a:r>
              <a:rPr lang="en-US" b="1" dirty="0">
                <a:effectLst/>
                <a:latin typeface="Courier New" panose="02070309020205020404" pitchFamily="49" charset="0"/>
              </a:rPr>
              <a:t>() for cell in cells]  # Extracts text from each cell</a:t>
            </a:r>
          </a:p>
          <a:p>
            <a:pPr>
              <a:lnSpc>
                <a:spcPts val="1425"/>
              </a:lnSpc>
            </a:pPr>
            <a:r>
              <a:rPr lang="en-US" b="1" dirty="0">
                <a:effectLst/>
                <a:latin typeface="Courier New" panose="02070309020205020404" pitchFamily="49" charset="0"/>
              </a:rPr>
              <a:t>    print(data)  # Prints the data in each row</a:t>
            </a:r>
          </a:p>
        </p:txBody>
      </p:sp>
    </p:spTree>
    <p:extLst>
      <p:ext uri="{BB962C8B-B14F-4D97-AF65-F5344CB8AC3E}">
        <p14:creationId xmlns:p14="http://schemas.microsoft.com/office/powerpoint/2010/main" val="117253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073C7-2A41-113F-9603-20A7D01DF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25EA7-91F7-8E29-2D05-63EC84E88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WEBSCRAPING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8E6ECFE3-1367-B0A8-64B2-D4B66530E5DD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t="3924" b="3924"/>
          <a:stretch>
            <a:fillRect/>
          </a:stretch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652547-D608-D2AC-1011-97DDFEB1A2B9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A2DDC8-0E9D-3079-0AAB-280017A5E9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1" dirty="0"/>
              <a:t>DATA ANALYSIS</a:t>
            </a: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231E02DA-DA26-9296-6B2C-BD8B61A498E8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/>
          <a:srcRect t="9540" b="9540"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D56086-2649-4CC7-07FE-8795D99BD80C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77D7F5-9999-F568-857E-ED84E60DC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3055593" cy="576262"/>
          </a:xfrm>
        </p:spPr>
        <p:txBody>
          <a:bodyPr/>
          <a:lstStyle/>
          <a:p>
            <a:r>
              <a:rPr lang="en-IN" b="1" dirty="0"/>
              <a:t>MACHINE LEARNING</a:t>
            </a:r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34A10732-8F8D-EBF5-1ADB-D592D1F0CBBD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4"/>
          <a:srcRect t="11018" b="11018"/>
          <a:stretch>
            <a:fillRect/>
          </a:stretch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1FA3D9A-B010-090B-5D18-F01A86D1E6B5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49849D5-52BB-5840-6AC2-92432106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98857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7FE7D-1AF6-36A7-AAB6-449784D5B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ADVANATGES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ECFDB-004A-7DDE-82CE-6E3544A28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EASY TO USE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5CBD8-780F-937E-436A-EBFCFF1B4773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r>
              <a:rPr lang="en-IN" sz="1800" b="1" dirty="0"/>
              <a:t>Straightforward API that simplifies </a:t>
            </a:r>
            <a:r>
              <a:rPr lang="en-IN" sz="1800" b="1" dirty="0" err="1"/>
              <a:t>webscrapping</a:t>
            </a:r>
            <a:r>
              <a:rPr lang="en-IN" sz="1800" b="1" dirty="0"/>
              <a:t> and data extraction 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1665F-8B6E-BC2F-1C1B-95F5602CCE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sz="2000" dirty="0"/>
              <a:t>FLEXIBLE SEARCHING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C4C385-2B8A-4E9D-3958-BD2CF9AB1F9F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/>
          </a:bodyPr>
          <a:lstStyle/>
          <a:p>
            <a:r>
              <a:rPr lang="en-IN" sz="1800" b="1" dirty="0"/>
              <a:t>Provides powerful search methods (</a:t>
            </a:r>
            <a:r>
              <a:rPr lang="en-IN" sz="1800" b="1" dirty="0" err="1"/>
              <a:t>find,find_all</a:t>
            </a:r>
            <a:r>
              <a:rPr lang="en-IN" sz="1800" b="1" dirty="0"/>
              <a:t>) to locate elements by tags attribute , or text 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9ADD3D7-FDA0-F950-CAA9-5FA4196D86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sz="2000" dirty="0"/>
              <a:t>Content Manipulation</a:t>
            </a:r>
            <a:endParaRPr lang="en-IN" sz="2800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30397DD-2131-44E0-5695-A72386C3A07A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r>
              <a:rPr lang="en-IN" sz="1800" b="1" dirty="0"/>
              <a:t>Has strong documentation and an active user community to help troubleshoot and optimize workflows.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59AE54-8E69-B607-2DC5-EB20076AA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73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2A024-B5D4-FFEE-59FB-14414D57F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DISADVANTAGES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2281A-C65A-2A51-9A1D-341EA8221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7282" y="1524000"/>
            <a:ext cx="2946866" cy="770021"/>
          </a:xfrm>
        </p:spPr>
        <p:txBody>
          <a:bodyPr/>
          <a:lstStyle/>
          <a:p>
            <a:r>
              <a:rPr lang="en-IN" dirty="0"/>
              <a:t>PERFOMANCE ISSUE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A2FDE-7429-5CE3-1853-3BC85EBE4D4F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en-IN" b="1" dirty="0"/>
              <a:t>CAN BE SLOWER COMPARED TO OTHER LIBRARIES LIKE LXMLWHEN HANDLING  LARGE DOCUMENTS OR HEAVY SCRAPING TASKS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B9B777-AA86-2201-02FC-6AE1C73758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sz="2000" b="1" dirty="0"/>
              <a:t>NOT OPTIMIZED FOR BIG 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561920-945D-5413-4CEC-3B5C43C3929B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en-IN" b="1" dirty="0"/>
              <a:t>STRUGGLE WITH VERY LARGE DATASETS OR WHEN YOU NEED HIGH –SPEED ,LARGE SCALE SCRAPNG 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03D1CB-B781-8C31-8BD1-A9031615B2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28081" y="1800226"/>
            <a:ext cx="2932113" cy="576262"/>
          </a:xfrm>
        </p:spPr>
        <p:txBody>
          <a:bodyPr/>
          <a:lstStyle/>
          <a:p>
            <a:r>
              <a:rPr lang="en-IN" sz="2000" b="1" dirty="0"/>
              <a:t>LEARNING CURVE FOR COMPLEX TASKS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A376E2-EF30-4093-1369-8FB18A7798B7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en-IN" b="1" dirty="0"/>
              <a:t>FOR BEGINNERS ,WORKING WITH NESTED TAGS OR EXTRACTING INTRICATE DATA STRUCTURES MIGHT FEEL CHALLENGING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9E7ADF-FCF6-5401-A35A-BFDF7E80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79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165</TotalTime>
  <Words>646</Words>
  <Application>Microsoft Office PowerPoint</Application>
  <PresentationFormat>Widescreen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Corbel</vt:lpstr>
      <vt:lpstr>Courier New</vt:lpstr>
      <vt:lpstr>YAFdJsjyMsM 0</vt:lpstr>
      <vt:lpstr>Depth</vt:lpstr>
      <vt:lpstr>Beautiful SOUP</vt:lpstr>
      <vt:lpstr>CONTENTS</vt:lpstr>
      <vt:lpstr>WHAT IS BEAUTIFUL SOUP?</vt:lpstr>
      <vt:lpstr>INSTALLATION</vt:lpstr>
      <vt:lpstr>BASIC WORKFLOW</vt:lpstr>
      <vt:lpstr>PowerPoint Presentation</vt:lpstr>
      <vt:lpstr>EXAMPLE</vt:lpstr>
      <vt:lpstr>APPLICATIONS</vt:lpstr>
      <vt:lpstr>ADVANATGES</vt:lpstr>
      <vt:lpstr>DISADVANTAGES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THAKKAR DHRUVI</dc:creator>
  <cp:lastModifiedBy>THAKKAR DHRUVI</cp:lastModifiedBy>
  <cp:revision>1</cp:revision>
  <dcterms:created xsi:type="dcterms:W3CDTF">2025-04-13T10:09:52Z</dcterms:created>
  <dcterms:modified xsi:type="dcterms:W3CDTF">2025-04-13T12:57:08Z</dcterms:modified>
</cp:coreProperties>
</file>